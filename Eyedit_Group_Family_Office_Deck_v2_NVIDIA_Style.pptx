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EYEDIT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Family Office Investment Memorandum</a:t>
            </a:r>
            <a:br/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1. The Future Has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Eyedit Group unifies Media, Wellness, Security and AI into one premium holding.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2. Why Eyedit Group Exists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A long-term platform designed to build strategic value across complementary sectors.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3. Four Strategic Platforms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Eyedit Audiovisual</a:t>
            </a:r>
            <a:br/>
            <a:r>
              <a:t>CCSCANSSAM</a:t>
            </a:r>
            <a:br/>
            <a:r>
              <a:t>EyeVision Security</a:t>
            </a:r>
            <a:br/>
            <a:r>
              <a:t>OctaCore V5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4. OctaCore V5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Flagship AI ecosystem and digital platform connecting the group's capabilities.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5. Artificial Intelligence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AI as an accelerator for communication, operations and intelligent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6. 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Convergence of AI, media, wellness and security creates differentiated positioning.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7. Competitive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Unified brand architecture.</a:t>
            </a:r>
            <a:br/>
            <a:r>
              <a:t>Premium identity.</a:t>
            </a:r>
            <a:br/>
            <a:r>
              <a:t>Scalable model.</a:t>
            </a:r>
            <a:br/>
            <a:r>
              <a:t>Cross-sector synergy.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8. Technology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Modular infrastructure prepared for future expansion and strategic partnerships.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9. 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Premium services</a:t>
            </a:r>
            <a:br/>
            <a:r>
              <a:t>Licensing</a:t>
            </a:r>
            <a:br/>
            <a:r>
              <a:t>Technology</a:t>
            </a:r>
            <a:br/>
            <a:r>
              <a:t>Strategic partnerships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10. International Expansion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Progressive international growth through selected markets and collaborations.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11. Investment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Capital focused on technology, brand development and international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12. Long-Term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Build a resilient international holding with sustainable value creation.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13. Founder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Independent strategic leadership focused on innovation and execution.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0F0"/>
                </a:solidFill>
              </a:defRPr>
            </a:pPr>
            <a:r>
              <a:t>14. Investor Relations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91440" cy="502920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invest@eyeditgroup.com</a:t>
            </a:r>
            <a:br/>
            <a:r>
              <a:t>partners@eyeditgroup.com</a:t>
            </a:r>
            <a:br/>
            <a:r>
              <a:t>info@eyeditgroup.com</a:t>
            </a:r>
            <a:br/>
            <a:r>
              <a:t>https://eyeditgroup.com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