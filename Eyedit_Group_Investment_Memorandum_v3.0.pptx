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EYEDIT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Investment Memorandum v3.0</a:t>
            </a:r>
            <a:br/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1. Confidential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Prepared for qualified strategic partners, family offices and institutional investors.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2. Chairman's 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A long-term vision focused on innovation, brand value and sustainable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3.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Eyedit Group integrates Media, Wellness, Security and AI under one holding.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4. The Global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Technology convergence is reshaping every industry.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5. Why Eyedit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One identity. Multiple complementary platforms.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6. Holding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Eyedit Audiovisual • CCSCANSSAM • EyeVision • OctaCore V5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7. Eyedit Audiovisual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Premium media, branding and visual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8. CCSCANSSAM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Wellness and holistic care with scalable positioning.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9. EyeVision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Security concepts, monitoring and intelligent protection.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10. OctaCore V5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Flagship AI platform driving the ecosystem.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11. AI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Artificial intelligence as a strategic accelerator.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12. Technology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Modular, scalable and future-ready.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13. 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Differentiation through integration and premium identity.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14. Competitive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Cross-sector synergy, branding and innovation.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15.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Services, licensing, partnerships and technology.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16. International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Selective international growth strategy.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17. Strategic Partnerships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Long-term alliances with institutions and innovators.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18. 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Capital focused on sustainable value creation.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19. ESG &amp;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Responsible growth and long-term thinking.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20. Five-Year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Expand internationally while strengthening the platform.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21. Founder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Independent leadership with strategic execution.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22. Investor Relations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Direct communication with strategic investors.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23.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invest@eyeditgroup.com</a:t>
            </a:r>
            <a:br/>
            <a:r>
              <a:t>partners@eyeditgroup.com</a:t>
            </a:r>
            <a:br/>
            <a:r>
              <a:t>info@eyeditgroup.com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73152" cy="5669280"/>
          </a:xfrm>
          <a:prstGeom prst="rect">
            <a:avLst/>
          </a:prstGeom>
          <a:solidFill>
            <a:srgbClr val="76F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5F5"/>
                </a:solidFill>
              </a:defRPr>
            </a:pPr>
            <a:r>
              <a:t>24. Closing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CE1E6"/>
                </a:solidFill>
              </a:defRPr>
            </a:pPr>
            <a:r>
              <a:t>Building the future through innovation, collaboration and vision.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